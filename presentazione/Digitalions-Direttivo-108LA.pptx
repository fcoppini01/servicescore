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0055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E5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LIONS CLUB · DISTRETTO 108 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Digitalions</a:t>
            </a:r>
            <a:endParaRPr lang="en-US" sz="7600" dirty="0"/>
          </a:p>
        </p:txBody>
      </p:sp>
      <p:sp>
        <p:nvSpPr>
          <p:cNvPr id="6" name="Shape 4"/>
          <p:cNvSpPr/>
          <p:nvPr/>
        </p:nvSpPr>
        <p:spPr>
          <a:xfrm>
            <a:off x="502920" y="2542032"/>
            <a:ext cx="1097280" cy="54864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 progetto e cosa manca da fare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162447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 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digitalions108la.it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Riunione del Direttivo · Maggio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01Informatica · Sviluppo &amp; manutenzione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è già pronto e online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 digitalions108la.it · usabile oggi, da PC, tablet e telefono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A173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8608" y="13258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A173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0048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2.966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70048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0016" y="13258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A173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91456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1.297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91456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1424" y="13258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A173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2864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12864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 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FY/PFY con KPI Club / Membership / 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Soci: 13 colonne · filtri · sort · paginazione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Quadri di Riordino Soci stampabili in PDF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Officer + Quadro Incarichi raggruppato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3566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Attività: 14 colonne · 25+ filtri · totali aggregati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566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Quadri di stampa Attività per anno sociale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4114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 / Salva PDF su ogni pagina · responsive mobile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16052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4114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CSV Lions robusta · sicurezza RLS · backup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Quadri PDF già disponibili oggi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 stampabili in PDF dal pulsante "Stampa / Salva PDF" presente in ogni pagina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6576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SOCI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97480" y="1325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Fasce di Età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Matricola, Titolo, Nome, Cognome, Compleanno, Età. Ordinato per età crescente. Filtro range età.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4963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/soci/quadri/eta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Anzianità Lionistica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Cognome, Data Ingresso, Anni di anzianità. Ordinato dai più anziani.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4564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/soci/quadri/anzianita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Caratteristiche Associative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050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Associazione, Categoria, Programma, Cognome, Nome. Filtri multi.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441655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/soci/quadri/caratteristiche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46120" y="1325880"/>
            <a:ext cx="2651760" cy="365760"/>
          </a:xfrm>
          <a:prstGeom prst="rect">
            <a:avLst/>
          </a:prstGeom>
          <a:solidFill>
            <a:srgbClr val="F5B606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OFFICER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1325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46120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📑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Incarichi con Nomine dai Club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0175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Ufficiale, Nome Club, Zona, Circ., Cognome, Nome. Toggle "Raggruppa per titolo" — una tabella per ciascun incarico (es. tutti i Presidenti, tutti i Tesorieri). Filtro "Solo incarichi attivi".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B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/officer/quadri/incarichi-club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1325880"/>
            <a:ext cx="2651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ATTIVITÀ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1325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35040" y="17830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26480" y="1856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29400" y="18562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Tutte le attività · Club / Anno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colonne: Data, Stato, Titolo, Causa, Tipo, Persone, Volontari, Ore capped, Donati, Org., Raccolti. Riga TOTALI in fondo. A4 landscape.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72200" y="2862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/attivita/quadri/club-anno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35040" y="32004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3273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629400" y="32735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Amministrazione vs Service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Stesse colonne ma Persone = Limite Massimo. Split in 2 tabelle (Service / Amministrazione) con subtotali + totale complessivo.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2200" y="4279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/attivita/quadri/club-anno-amm-service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Ogni quadro ha filtri propri · stampa A4 (portrait/landscape automatico) · header tabella ripetuto su ogni pagina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manca da fare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fronti di lavoro paralleli per portare Digitalions al livello successivo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6244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🛠️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da sviluppare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funzionalità prioritarie (login con ruoli, import auto, inserimento attività, notifiche, export Excel)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 da: 01Informatica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6244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📊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Dati da Lions / LCI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export aggiuntivi necessari per attivare i KPI Club Metrics e Membership oggi su "n/d"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 da: LCI / Multidistretto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6244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❓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722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Decisioni del Direttivo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scelte aperte da prendere oggi: gestione degli import, livello di privacy dei dati, priorità della roadmap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 da: voi, oggi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slide successive li espandono uno per uno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Feature da sviluppare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Priorizzate per impatto. Ciascuna è autonoma e rilasciabile in modo incrementale.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77724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4538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con ruoli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7099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di accesso: Socio (vede sé stesso), Officer di Club (modifica il proprio club), Distretto (vede tutto). Sblocca anche la privacy: dati personali nascosti ai non autorizzati.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48256"/>
            <a:ext cx="77724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4825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0848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semi-automatico dei CSV Lions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23408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Pulsante "Carica file" nell'app: il sistema applica lo script di conversione, mostra anteprima delle modifiche, conferma e applica. Niente più passaggio manuale via sviluppatore.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7919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79192"/>
            <a:ext cx="777240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791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7157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Inserimento attività online (form web)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9718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Inserire una nuova attività di servizio direttamente dall'app, senza dover ripassare da MyLion ad ogni evento.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10128"/>
            <a:ext cx="777240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1012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33467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Notifiche email automatiche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602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Promemoria rendicontazione · club che non comunicano da 90 giorni · anniversari soci · scadenze incarichi.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41064"/>
            <a:ext cx="777240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4106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3977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Excel (.xlsx) dalle tabelle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42336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Pulsante "Esporta" su ogni tabella per chi vuole continuare ad elaborare dati offline.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6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Dati che servono da LCI / Multidistretto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CSV soci che riceviamo oggi non ha le "date di uscita". Risultato: vediamo chi c'è, non chi se ne è andato.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109728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COSA ABBIAMO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 attualmente attivi (2.966) · data ingresso di ciascuno · 138 nuovi soci nell'anno calcolato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17320"/>
            <a:ext cx="109728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COSA MANCA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di uscita dei soci · stato storico dei club (nuovi, chiusi, riorganizzati, sospesi)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Due richieste a LCI / Multidistretto · in ordine di priorità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9718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Elenco dei soci usciti nell'anno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members_exits.csv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3090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riga: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309067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Mario Rossi · matr. 401929 · uscito 12/03/2026 · motivo: Dimissioni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3319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Sblocca: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74520" y="331927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 usciti · Crescita netta · Crescita % (cioè il bilancio annuale soci)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931920"/>
            <a:ext cx="365760" cy="365760"/>
          </a:xfrm>
          <a:prstGeom prst="ellipse">
            <a:avLst/>
          </a:prstGeom>
          <a:solidFill>
            <a:srgbClr val="0055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Storico eventi sui club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00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club_history.csv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4050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riga: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4050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Lions Club Cortona-Nuovo · stato: Nuovo · data: 15/09/2025 · note: fondato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" y="4279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Sblocca: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74520" y="427939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nuovi · Riorganizzati · Chiusi · Sospeso nell'anno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636008"/>
            <a:ext cx="822960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4636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Azione proposta: lettera ufficiale dal Distretto al Multidistretto per richiedere questi due export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Decisioni che ci servono oggi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scelte aperte. Le risposte cambiano l'ordine delle priorità di sviluppo.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55648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 gestisce gli import CSV in produzione?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Segreteria distrettuale · Officer di Club · Solo amministratore tecnico esterno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715768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L'accesso all'app è pubblico o riservato ai Lions?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è pubblico. Vogliamo nascondere matricole, email e telefono ai non loggati? Implica la feature "Login con ruoli" (slide 4).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675888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Quale priorità preferite vedere prima nei prossimi 3 mesi?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le 5 feature di slide 4. Indicate 1ª scelta e 2ª scelta.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proposta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temporale dipendente dalle decisioni di oggi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Giugno–Settembre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2026/27 · prima parte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ruoli (Socio / Officer di Club / Officer di Distretto)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semi-automatico CSV (autonomia Segreteria)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attività online (form web)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6517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Ottobre 2026 – Marzo 2027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2026/27 · seconda parte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email automatiche (reminder, anniversari)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da tutte le tabelle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verbali e atti del Direttivo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 storici (se arrivano i dati da LCI)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17320"/>
            <a:ext cx="265176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Aprile 2027 e oltre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2027/28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nativa (iOS · Android)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AI per i Presidenti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ad altri Distretti italiani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MyLion / Lions Portal (se API disponibile)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Costi di infrastruttura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Trasparenza totale · lo sviluppo (manutenzione, nuove feature) è separato e a forfait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Oggi · Free Tier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Free + Supabase Free + GitHub Free. Fino a ~50 utenti attivi/giorno, 500MB DB.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55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651760" cy="41148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7218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· uso da Direttivo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€ 25 / mese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(8GB DB, backup giornalieri, no pausa automatica). Dominio già attivo.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17320"/>
            <a:ext cx="26517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47218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Multi-Distretto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€ 80 / mese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7889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 + Supabase Pro + monitoring. ~500 utenti, 8GB DB con replica, backup 7gg.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 sviluppo (manutenzione evolutiva, fix, nuove feature) è oggetto di contratto a parte con 01Informatica · proposta scritta dopo le decisioni di oggi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 · Distretto Lions 108 LA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FFE50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55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decidiamo oggi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097280" cy="54864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08760"/>
            <a:ext cx="292608" cy="292608"/>
          </a:xfrm>
          <a:prstGeom prst="ellipse">
            <a:avLst/>
          </a:prstGeom>
          <a:solidFill>
            <a:srgbClr val="FFE5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gestisce gli import CSV 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292608" cy="292608"/>
          </a:xfrm>
          <a:prstGeom prst="ellipse">
            <a:avLst/>
          </a:prstGeom>
          <a:solidFill>
            <a:srgbClr val="FFE5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pubblico o riservato Lions 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292608" cy="292608"/>
          </a:xfrm>
          <a:prstGeom prst="ellipse">
            <a:avLst/>
          </a:prstGeom>
          <a:solidFill>
            <a:srgbClr val="FFE5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feature da sviluppare nei prossimi 3 mesi 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292608" cy="292608"/>
          </a:xfrm>
          <a:prstGeom prst="ellipse">
            <a:avLst/>
          </a:prstGeom>
          <a:solidFill>
            <a:srgbClr val="FFE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formale a LCI per i 4 export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Grazie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02920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digitalions108la.it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01Informatica · Maggio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Digitalions · Riunione Direttivo 108 LA</dc:title>
  <dc:subject>Digitalions: stato del progetto e cosa manca da fare</dc:subject>
  <dc:creator>01Informatica</dc:creator>
  <cp:lastModifiedBy>01Informatica</cp:lastModifiedBy>
  <cp:revision>1</cp:revision>
  <dcterms:created xsi:type="dcterms:W3CDTF">2026-05-15T07:58:33Z</dcterms:created>
  <dcterms:modified xsi:type="dcterms:W3CDTF">2026-05-15T07:58:33Z</dcterms:modified>
</cp:coreProperties>
</file>