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828800"/>
            <a:ext cx="6400800" cy="6400800"/>
          </a:xfrm>
          <a:prstGeom prst="ellipse">
            <a:avLst/>
          </a:prstGeom>
          <a:solidFill>
            <a:srgbClr val="0055FF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2743200"/>
            <a:ext cx="4572000" cy="4572000"/>
          </a:xfrm>
          <a:prstGeom prst="ellipse">
            <a:avLst/>
          </a:prstGeom>
          <a:solidFill>
            <a:srgbClr val="FFE500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E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LIONS CLUB · DISTRETTO 108 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Digitalions</a:t>
            </a:r>
            <a:endParaRPr lang="en-US" sz="7600" dirty="0"/>
          </a:p>
        </p:txBody>
      </p:sp>
      <p:sp>
        <p:nvSpPr>
          <p:cNvPr id="6" name="Shape 4"/>
          <p:cNvSpPr/>
          <p:nvPr/>
        </p:nvSpPr>
        <p:spPr>
          <a:xfrm>
            <a:off x="502920" y="2542032"/>
            <a:ext cx="1097280" cy="54864"/>
          </a:xfrm>
          <a:prstGeom prst="rect">
            <a:avLst/>
          </a:prstGeom>
          <a:solidFill>
            <a:srgbClr val="FFE5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del progetto e cosa manca da fare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703320"/>
            <a:ext cx="3840480" cy="548640"/>
          </a:xfrm>
          <a:prstGeom prst="roundRect">
            <a:avLst>
              <a:gd name="adj" fmla="val 13333"/>
            </a:avLst>
          </a:prstGeom>
          <a:solidFill>
            <a:srgbClr val="162447"/>
          </a:solidFill>
          <a:ln w="12700">
            <a:solidFill>
              <a:srgbClr val="FFE5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7033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  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37033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E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digitalions108la.it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3703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Riunione del Direttivo · Maggio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01Informatica · Sviluppo &amp; manutenzione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è già pronto e online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su digitalions108la.it · usabile oggi, da PC, tablet e telefono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0A1733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E5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78608" y="132588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0A1733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70048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E5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2.966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670048" y="1874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0016" y="132588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0A1733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91456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E5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1.297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91456" y="1874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1424" y="132588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0A1733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12864" y="13716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E5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1.606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912864" y="1874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ATTIVITÀ FY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51460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24688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FY/PFY con KPI Club / Membership / Service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51460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24688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Soci: 13 colonne · filtri · sort · paginazione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6324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30175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Quadri di Riordino Soci stampabili in PDF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06324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029200" y="30175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Officer + Quadro Incarichi raggruppato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1188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296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Attività: 14 colonne · 25+ filtri · totali aggregati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663440" y="361188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2" name="Text 30"/>
          <p:cNvSpPr/>
          <p:nvPr/>
        </p:nvSpPr>
        <p:spPr>
          <a:xfrm>
            <a:off x="46634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02920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Quadri di stampa Attività per anno sociale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16052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22960" y="41148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Stampa / Salva PDF su ogni pagina · responsive mobile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63440" y="416052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8" name="Text 36"/>
          <p:cNvSpPr/>
          <p:nvPr/>
        </p:nvSpPr>
        <p:spPr>
          <a:xfrm>
            <a:off x="466344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029200" y="41148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CSV Lions robusta · sicurezza RLS · backup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Digitalions · digitalions108la.it · Distretto Lions 108 LA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64608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Dashboard · il quadro d'insieme del Distretto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a colpo d'occhio: dal totale Distretto fino al singolo Club, in un'unica pagina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36192"/>
            <a:ext cx="365760" cy="365760"/>
          </a:xfrm>
          <a:prstGeom prst="ellipse">
            <a:avLst/>
          </a:prstGeom>
          <a:solidFill>
            <a:srgbClr val="0055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43000" y="1490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Indicatori del Distretto · FY vs PFY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143000" y="17647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pannelli in alto con KPI di sintesi (Club Metrics, Membership Metrics, Service Metrics) calcolati sull'anno sociale in corso e confrontati con il precedente.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94360" y="2176272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43000" y="21305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Grafici annuali progressivi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43000" y="24048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Andamento mensile del numero soci (Lug→Giu, FY vs PFY) e delle attività di servizio per causa. Tabella riepilogo: numero, % e fondi raccolti per ciascuna causa.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69748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4360" y="2816352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816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143000" y="27706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 Soci per Club  ✨ nuovo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43000" y="3044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Selezioni un Club e vedi la sua composizione anagrafica: Fasce d'età (Under 50, 50-60, 60-70, Over 70) e Anzianità lionistica (Under 2, 2-5, 5-10, 10-15, 15-20, Over 20). Con quantità e %.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456432"/>
            <a:ext cx="365760" cy="3657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456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143000" y="34107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 Attività per Club  ✨ nuovo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43000" y="36850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il Club selezionato nell'anno sociale: numero attività, persone servite, volontari, ore. Divise in Amministrazione vs Service con % rispetto al totale del Club.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397764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94360" y="4096512"/>
            <a:ext cx="365760" cy="365760"/>
          </a:xfrm>
          <a:prstGeom prst="ellipse">
            <a:avLst/>
          </a:prstGeom>
          <a:solidFill>
            <a:srgbClr val="FFE500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4096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143000" y="40507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Distribuzione storica complessiva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43000" y="43251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chart per Genere e Fascia d'età · Bar chart attività per Causa e Zona · Tabella delle ultime 10 attività comunicate.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Digitalions · digitalions108la.it · Distretto Lions 108 LA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64608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Quadri PDF già disponibili oggi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report stampabili in PDF dal pulsante "Stampa / Salva PDF" presente in ogni pagina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365760"/>
          </a:xfrm>
          <a:prstGeom prst="rect">
            <a:avLst/>
          </a:prstGeom>
          <a:solidFill>
            <a:srgbClr val="0055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325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SOCI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697480" y="13258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30352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828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 Fasce di Età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21305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Matricola, Titolo, Nome, Cognome, Compleanno, Età. Ordinato per età crescente. Filtro range età.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2496312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5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/soci/quadri/eta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035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788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 Anzianità Lionistica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4360" y="30906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Cognome, Data Ingresso, Anni di anzianità. Ordinato dai più anziani.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94360" y="3456432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5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/soci/quadri/anzianita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" y="370332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0352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012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Caratteristiche Associative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40507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Associazione, Categoria, Programma, Cognome, Nome. Filtri multi.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94360" y="4416552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5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/soci/quadri/caratteristiche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3246120" y="1325880"/>
            <a:ext cx="2651760" cy="365760"/>
          </a:xfrm>
          <a:prstGeom prst="rect">
            <a:avLst/>
          </a:prstGeom>
          <a:solidFill>
            <a:srgbClr val="F5B606"/>
          </a:solidFill>
          <a:ln/>
        </p:spPr>
      </p:sp>
      <p:sp>
        <p:nvSpPr>
          <p:cNvPr id="23" name="Text 21"/>
          <p:cNvSpPr/>
          <p:nvPr/>
        </p:nvSpPr>
        <p:spPr>
          <a:xfrm>
            <a:off x="3383280" y="1325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OFFICER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0" y="13258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246120" y="1783080"/>
            <a:ext cx="2651760" cy="27889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83280" y="19659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📑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338328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Incarichi con Nomine dai Club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29000" y="3017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Titolo Ufficiale, Nome Club, Zona, Circ., Cognome, Nome. Toggle "Raggruppa per titolo" — una tabella per ciascun incarico (es. tutti i Presidenti, tutti i Tesorieri). Filtro "Solo incarichi attivi".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4251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B6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/officer/quadri/incarichi-club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035040" y="1325880"/>
            <a:ext cx="2651760" cy="3657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325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SEZIONE ATTIVITÀ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275320" y="13258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035040" y="178308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126480" y="18562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629400" y="1856232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Tutte le attività · Club / Anno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172200" y="2286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colonne: Data, Stato, Titolo, Causa, Tipo, Persone, Volontari, Ore capped, Donati, Org., Raccolti. Riga TOTALI in fondo. A4 landscape.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172200" y="28620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/attivita/quadri/club-anno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035040" y="320040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126480" y="32735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629400" y="3273552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Amministrazione vs Service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37033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Stesse colonne ma Persone = Limite Massimo. Split in 2 tabelle (Service / Amministrazione) con subtotali + totale complessivo.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172200" y="427939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/attivita/quadri/club-anno-amm-service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57200" y="463600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Ogni quadro ha filtri propri · stampa A4 (portrait/landscape automatico) · header tabella ripetuto su ogni pagina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Digitalions · digitalions108la.it · Distretto Lions 108 LA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229600" y="4864608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manca da fare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fronti di lavoro paralleli per portare Digitalions al livello successivo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2651760" cy="2743200"/>
          </a:xfrm>
          <a:prstGeom prst="roundRect">
            <a:avLst>
              <a:gd name="adj" fmla="val 3448"/>
            </a:avLst>
          </a:prstGeom>
          <a:solidFill>
            <a:srgbClr val="162447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783080"/>
            <a:ext cx="2651760" cy="73152"/>
          </a:xfrm>
          <a:prstGeom prst="rect">
            <a:avLst/>
          </a:prstGeom>
          <a:solidFill>
            <a:srgbClr val="0055F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🛠️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9436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da sviluppare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funzionalità prioritarie (login con ruoli, import auto, inserimento attività, notifiche, export Excel)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4206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 da: 01Informatica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783080"/>
            <a:ext cx="2651760" cy="2743200"/>
          </a:xfrm>
          <a:prstGeom prst="roundRect">
            <a:avLst>
              <a:gd name="adj" fmla="val 3448"/>
            </a:avLst>
          </a:prstGeom>
          <a:solidFill>
            <a:srgbClr val="162447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783080"/>
            <a:ext cx="2651760" cy="73152"/>
          </a:xfrm>
          <a:prstGeom prst="rect">
            <a:avLst/>
          </a:prstGeom>
          <a:solidFill>
            <a:srgbClr val="FFE500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📊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38328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E5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Dati da Lions / LCI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2004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export aggiuntivi necessari per attivare i KPI Club Metrics e Membership oggi su "n/d"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4206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 da: LCI / Multidistretto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783080"/>
            <a:ext cx="2651760" cy="2743200"/>
          </a:xfrm>
          <a:prstGeom prst="roundRect">
            <a:avLst>
              <a:gd name="adj" fmla="val 3448"/>
            </a:avLst>
          </a:prstGeom>
          <a:solidFill>
            <a:srgbClr val="162447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783080"/>
            <a:ext cx="2651760" cy="731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❓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17220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Decisioni del Direttivo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0" y="320040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scelte aperte da prendere oggi: gestione degli import, livello di privacy dei dati, priorità della roadmap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4206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 da: voi, oggi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E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3 slide successive li espandono uno per uno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Digitalions · digitalions108la.it · Distretto Lions 108 LA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64608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· Feature da sviluppare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Priorizzate per impatto. Ciascuna è autonoma e rilasciabile in modo incrementale.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17320"/>
            <a:ext cx="777240" cy="56692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1732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145389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Login con ruoli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17099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livelli di accesso: Socio (vede sé stesso), Officer di Club (modifica il proprio club), Distretto (vede tutto). Sblocca anche la privacy: dati personali nascosti ai non autorizzati.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048256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048256"/>
            <a:ext cx="777240" cy="56692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04825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17320" y="20848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 semi-automatico dei CSV Lions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17320" y="234086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Pulsante "Carica file" nell'app: il sistema applica lo script di conversione, mostra anteprima delle modifiche, conferma e applica. Niente più passaggio manuale via sviluppatore.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679192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679192"/>
            <a:ext cx="777240" cy="56692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6791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17320" y="27157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Inserimento attività online (form web)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17320" y="29718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Inserire una nuova attività di servizio direttamente dall'app, senza dover ripassare da MyLion ad ogni evento.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310128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10128"/>
            <a:ext cx="777240" cy="56692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31012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17320" y="334670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Notifiche email automatiche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17320" y="36027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Promemoria rendicontazione · club che non comunicano da 90 giorni · anniversari soci · scadenze incarichi.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3941064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941064"/>
            <a:ext cx="777240" cy="5669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94106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417320" y="39776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Export Excel (.xlsx) dalle tabelle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17320" y="42336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Pulsante "Esporta" su ogni tabella per chi vuole continuare ad elaborare dati offline.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Digitalions · digitalions108la.it · Distretto Lions 108 LA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64608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B6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· Dati che servono da LCI / Multidistretto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CSV soci che riceviamo oggi non ha le "date di uscita". Risultato: vediamo chi c'è, non chi se ne è andato.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17320"/>
            <a:ext cx="109728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63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COSA ABBIAMO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 attualmente attivi (2.966) · data ingresso di ciascuno · 138 nuovi soci nell'anno calcolato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417320"/>
            <a:ext cx="109728" cy="7772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463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COSA MANCA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92040" y="16916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di uscita dei soci · stato storico dei club (nuovi, chiusi, riorganizzati, sospesi)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Due richieste a LCI / Multidistretto · in ordine di priorità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2971800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Elenco dei soci usciti nell'anno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76072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i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members_exits.csv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43000" y="3090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 riga: 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194560" y="309067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Mario Rossi · matr. 401929 · uscito 12/03/2026 · motivo: Dimissioni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" y="33192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Sblocca: 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874520" y="3319272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 usciti · Crescita netta · Crescita % (cioè il bilancio annuale soci)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94360" y="3931920"/>
            <a:ext cx="365760" cy="365760"/>
          </a:xfrm>
          <a:prstGeom prst="ellipse">
            <a:avLst/>
          </a:prstGeom>
          <a:solidFill>
            <a:srgbClr val="0055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4300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Storico eventi sui club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76072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i="1" dirty="0">
                <a:solidFill>
                  <a:srgbClr val="005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club_history.csv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43000" y="40507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 riga: 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194560" y="405079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Lions Club Cortona-Nuovo · stato: Nuovo · data: 15/09/2025 · note: fondato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43000" y="427939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Sblocca: 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874520" y="4279392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5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nuovi · Riorganizzati · Chiusi · Sospeso nell'anno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4636008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FFE50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94360" y="46360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📨  Azione proposta: lettera ufficiale dal Distretto al Multidistretto per richiedere questi due export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Digitalions · digitalions108la.it · Distretto Lions 108 LA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64608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· Decisioni che ci servono oggi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scelte aperte. Le risposte cambiano l'ordine delle priorità di sviluppo.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55648"/>
            <a:ext cx="384048" cy="38404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645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 gestisce gli import CSV in produzione?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Segreteria distrettuale · Officer di Club · Solo amministratore tecnico esterno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94360" y="2715768"/>
            <a:ext cx="384048" cy="38404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2606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L'accesso all'app è pubblico o riservato ai Lions?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971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 è pubblico. Vogliamo nascondere matricole, email e telefono ai non loggati? Implica la feature "Login con ruoli" (slide 4).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4360" y="3675888"/>
            <a:ext cx="384048" cy="38404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88720" y="3566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Quale priorità preferite vedere prima nei prossimi 3 mesi?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 le 5 feature di slide 4. Indicate 1ª scelta e 2ª scelta.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Digitalions · digitalions108la.it · Distretto Lions 108 LA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64608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proposta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Sequenza temporale dipendente dalle decisioni di oggi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17320"/>
            <a:ext cx="2651760" cy="502920"/>
          </a:xfrm>
          <a:prstGeom prst="rect">
            <a:avLst/>
          </a:prstGeom>
          <a:solidFill>
            <a:srgbClr val="0055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630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Giugno–Settembre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2026/27 · prima parte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23317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ruoli (Socio / Officer di Club / Officer di Distretto)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semi-automatico CSV (autonomia Segreteria)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Inserimento attività online (form web)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4173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4630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Ottobre 2026 – Marzo 2027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16916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2026/27 · seconda parte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29000" y="2057400"/>
            <a:ext cx="23317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Notifiche email automatiche (reminder, anniversari)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Excel da tutte le tabelle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verbali e atti del Direttivo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Quadri storici (se arrivano i dati da LCI)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35040" y="1417320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417320"/>
            <a:ext cx="265176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6172200" y="14630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Aprile 2027 e oltre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16916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2027/28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17920" y="2057400"/>
            <a:ext cx="23317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nativa (iOS · Android)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AI per i Presidenti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ad altri Distretti italiani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Integrazione MyLion / Lions Portal (se API disponibile)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Digitalions · digitalions108la.it · Distretto Lions 108 LA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64608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3200400"/>
            <a:ext cx="4572000" cy="4572000"/>
          </a:xfrm>
          <a:prstGeom prst="ellipse">
            <a:avLst/>
          </a:prstGeom>
          <a:solidFill>
            <a:srgbClr val="FFE500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055FF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decidiamo oggi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1207008"/>
            <a:ext cx="1097280" cy="54864"/>
          </a:xfrm>
          <a:prstGeom prst="rect">
            <a:avLst/>
          </a:prstGeom>
          <a:solidFill>
            <a:srgbClr val="FFE500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508760"/>
            <a:ext cx="292608" cy="292608"/>
          </a:xfrm>
          <a:prstGeom prst="ellipse">
            <a:avLst/>
          </a:prstGeom>
          <a:solidFill>
            <a:srgbClr val="FFE50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7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463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gestisce gli import CSV 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965960"/>
            <a:ext cx="292608" cy="292608"/>
          </a:xfrm>
          <a:prstGeom prst="ellipse">
            <a:avLst/>
          </a:prstGeom>
          <a:solidFill>
            <a:srgbClr val="FFE500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7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1920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pubblico o riservato Lions 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2423160"/>
            <a:ext cx="292608" cy="292608"/>
          </a:xfrm>
          <a:prstGeom prst="ellipse">
            <a:avLst/>
          </a:prstGeom>
          <a:solidFill>
            <a:srgbClr val="FFE500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2423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7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377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feature da sviluppare nei prossimi 3 mesi 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292608" cy="292608"/>
          </a:xfrm>
          <a:prstGeom prst="ellipse">
            <a:avLst/>
          </a:prstGeom>
          <a:solidFill>
            <a:srgbClr val="FFE50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17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2834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Richiesta formale a LCI per i 4 export 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02336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E5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Grazie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5029200" y="4114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digitalions108la.it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7200" y="48463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01Informatica · Maggio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Digitalions · Riunione Direttivo 108 LA</dc:title>
  <dc:subject>Digitalions: stato del progetto e cosa manca da fare</dc:subject>
  <dc:creator>01Informatica</dc:creator>
  <cp:lastModifiedBy>01Informatica</cp:lastModifiedBy>
  <cp:revision>1</cp:revision>
  <dcterms:created xsi:type="dcterms:W3CDTF">2026-05-15T14:43:12Z</dcterms:created>
  <dcterms:modified xsi:type="dcterms:W3CDTF">2026-05-15T14:43:12Z</dcterms:modified>
</cp:coreProperties>
</file>