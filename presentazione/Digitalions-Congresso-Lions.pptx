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0055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FE5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E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DISTRETTO LIONS 108 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Digitalions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1097280" cy="54864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strumento al servizio del nostro Distretto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62447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digitalions108la.it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Lions, dai Lions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nasce Digitalions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Quanto tempo passiamo a contare soci, attività e ore di servizio, a compilare moduli e tabelle... quando potremmo dedicarci al servizio vero?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e fogli Excel diversi per ogni Club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32918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33832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spese in contabilità invece che in 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2918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20840" y="33832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vedere il quadro d'insieme del Distretto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Cos'è Digitalions, in una frase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sito web semplice da usare,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dove ogni Lion del Distretto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trova in due click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 · incarichi · attività · numeri del Distretto.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0" y="41605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62447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digitalions108la.it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puoi fare con Digitalions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cose semplici, alla portata di chiunque, anche dal telefono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002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i Soci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soci del tuo Club e del Distretto. Filtri per età, anzianità lionistica, professione, città.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🎖️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8064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gli Officer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Presidente, Vice, Segretario, Tesoriere, in qualsiasi Club e in qualsiasi Zona.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🤝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60020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le Attività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attività di service fatte dai Club: persone aiutate, ore donate, fondi raccolti.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8064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Stampi i Quadri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0644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 ufficiali pronti in PDF: soci per età, anzianità, cariche, attività dell'anno sociale.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nostro Distretto, in numeri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già presenti in Digitalions · anno sociale 2025/26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78608" y="16916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0048" y="1920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5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2.966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670048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Lions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0016" y="16916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1920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1.297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791456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Incarichi attivi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244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2864" y="19202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5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1.606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912864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di servizio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Persone reali, attività reali, service reale.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Insieme cresciamo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è già operativo, ma per essere completo ha bisogno di un piccolo aiuto dal Multidistretto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QUELLO CHE GIÀ FUNZIONA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92 Club del Distretto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soci con i loro dati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incarichi ufficiali in corso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attività di service comunicate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 stampabili in PDF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COSA CI SERVIREBBE DAL 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piccoli file aggiuntivi dall'export Lions, già esistenti nei sistemi LCI: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dei soci che escono ogni anno (con la data e il motivo)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dei club (nuovi, riorganizzati, chiusi)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questi due dati Digitalions diventa lo specchio completo del Distretto.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· digitalions108la.it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FFE50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55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Serve.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Anche digitalmente.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1371600" cy="54864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Digitalions è qui. È vostro. Provatelo, sui vostri Club, e portatelo nei vostri Distretti.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62447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E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digitalions108la.it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Distretto Lions 108 LA · Maggio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Digitalions · al Congresso Lions</dc:title>
  <dc:subject>Digitalions: uno strumento al servizio del Distretto 108 LA</dc:subject>
  <dc:creator>01Informatica</dc:creator>
  <cp:lastModifiedBy>01Informatica</cp:lastModifiedBy>
  <cp:revision>1</cp:revision>
  <dcterms:created xsi:type="dcterms:W3CDTF">2026-05-15T14:37:13Z</dcterms:created>
  <dcterms:modified xsi:type="dcterms:W3CDTF">2026-05-15T14:37:13Z</dcterms:modified>
</cp:coreProperties>
</file>